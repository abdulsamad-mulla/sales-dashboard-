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21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2" r:id="rId10"/>
    <p:sldLayoutId id="2147483853" r:id="rId11"/>
    <p:sldLayoutId id="2147483854" r:id="rId12"/>
    <p:sldLayoutId id="2147483855" r:id="rId13"/>
    <p:sldLayoutId id="2147483858" r:id="rId14"/>
    <p:sldLayoutId id="2147483859" r:id="rId15"/>
    <p:sldLayoutId id="2147483850" r:id="rId16"/>
    <p:sldLayoutId id="214748385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10829-4D7C-91F8-3097-311655F50D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Sales Data Analysis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D5F7BF-6AFE-1109-B61A-BD931BF357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800" dirty="0"/>
              <a:t>Pandas + Power BI</a:t>
            </a:r>
          </a:p>
          <a:p>
            <a:r>
              <a:rPr lang="en-IN" sz="2800" dirty="0"/>
              <a:t>Interactive Presentation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7535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DB0A9-D6EE-0B77-AD0A-11456BEFA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BD25E-ABF3-84B6-A1B1-55EB5AFDD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US" dirty="0"/>
              <a:t>Analyze retail sales data</a:t>
            </a:r>
          </a:p>
          <a:p>
            <a:pPr>
              <a:defRPr sz="2200"/>
            </a:pPr>
            <a:r>
              <a:rPr lang="en-US" dirty="0"/>
              <a:t>Perform EDA using Pandas</a:t>
            </a:r>
          </a:p>
          <a:p>
            <a:pPr>
              <a:defRPr sz="2200"/>
            </a:pPr>
            <a:r>
              <a:rPr lang="en-US" dirty="0"/>
              <a:t>Build interactive Power BI dashboard</a:t>
            </a:r>
          </a:p>
          <a:p>
            <a:pPr>
              <a:defRPr sz="2200"/>
            </a:pPr>
            <a:r>
              <a:rPr lang="en-US" dirty="0"/>
              <a:t>Generate business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135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89DE5-32B2-A985-171E-C386C94A1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26C8C-0429-C96F-55D8-FA20EEEA1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 sz="2200"/>
            </a:pPr>
            <a:r>
              <a:rPr lang="en-US" dirty="0"/>
              <a:t>Dataset: Sales_Data.csv</a:t>
            </a:r>
          </a:p>
          <a:p>
            <a:pPr>
              <a:defRPr sz="2200"/>
            </a:pPr>
            <a:r>
              <a:rPr lang="en-US" dirty="0"/>
              <a:t>Columns:</a:t>
            </a:r>
          </a:p>
          <a:p>
            <a:pPr>
              <a:defRPr sz="2200"/>
            </a:pPr>
            <a:r>
              <a:rPr lang="en-US" dirty="0"/>
              <a:t>- Transaction ID</a:t>
            </a:r>
          </a:p>
          <a:p>
            <a:pPr>
              <a:defRPr sz="2200"/>
            </a:pPr>
            <a:r>
              <a:rPr lang="en-US" dirty="0"/>
              <a:t>- Customer ID</a:t>
            </a:r>
          </a:p>
          <a:p>
            <a:pPr>
              <a:defRPr sz="2200"/>
            </a:pPr>
            <a:r>
              <a:rPr lang="en-US" dirty="0"/>
              <a:t>- Category</a:t>
            </a:r>
          </a:p>
          <a:p>
            <a:pPr>
              <a:defRPr sz="2200"/>
            </a:pPr>
            <a:r>
              <a:rPr lang="en-US" dirty="0"/>
              <a:t>- Item</a:t>
            </a:r>
          </a:p>
          <a:p>
            <a:pPr>
              <a:defRPr sz="2200"/>
            </a:pPr>
            <a:r>
              <a:rPr lang="en-US" dirty="0"/>
              <a:t>- Price Per Unit</a:t>
            </a:r>
          </a:p>
          <a:p>
            <a:pPr>
              <a:defRPr sz="2200"/>
            </a:pPr>
            <a:r>
              <a:rPr lang="en-US" dirty="0"/>
              <a:t>- Quantity</a:t>
            </a:r>
          </a:p>
          <a:p>
            <a:pPr>
              <a:defRPr sz="2200"/>
            </a:pPr>
            <a:r>
              <a:rPr lang="en-US" dirty="0"/>
              <a:t>- Payment Method</a:t>
            </a:r>
          </a:p>
          <a:p>
            <a:pPr>
              <a:defRPr sz="2200"/>
            </a:pPr>
            <a:r>
              <a:rPr lang="en-US" dirty="0"/>
              <a:t>- Location</a:t>
            </a:r>
          </a:p>
          <a:p>
            <a:pPr>
              <a:defRPr sz="2200"/>
            </a:pPr>
            <a:r>
              <a:rPr lang="en-US" dirty="0"/>
              <a:t>- Transaction Date</a:t>
            </a:r>
          </a:p>
          <a:p>
            <a:pPr>
              <a:defRPr sz="2200"/>
            </a:pPr>
            <a:r>
              <a:rPr lang="en-US" dirty="0"/>
              <a:t>- Discount Applied</a:t>
            </a:r>
          </a:p>
          <a:p>
            <a:pPr>
              <a:defRPr sz="2200"/>
            </a:pPr>
            <a:r>
              <a:rPr lang="en-US" dirty="0"/>
              <a:t>- Total Spent</a:t>
            </a:r>
          </a:p>
        </p:txBody>
      </p:sp>
    </p:spTree>
    <p:extLst>
      <p:ext uri="{BB962C8B-B14F-4D97-AF65-F5344CB8AC3E}">
        <p14:creationId xmlns:p14="http://schemas.microsoft.com/office/powerpoint/2010/main" val="3419537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505C8-6031-1304-5363-5C627DD06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F50C7-3BB0-F432-5E80-E886A94FC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US" dirty="0"/>
              <a:t>Understand sales performance</a:t>
            </a:r>
          </a:p>
          <a:p>
            <a:pPr>
              <a:defRPr sz="2200"/>
            </a:pPr>
            <a:r>
              <a:rPr lang="en-US" dirty="0"/>
              <a:t>Find top-selling products</a:t>
            </a:r>
          </a:p>
          <a:p>
            <a:pPr>
              <a:defRPr sz="2200"/>
            </a:pPr>
            <a:r>
              <a:rPr lang="en-US" dirty="0"/>
              <a:t>Analyze customer purchasing patterns</a:t>
            </a:r>
          </a:p>
          <a:p>
            <a:pPr>
              <a:defRPr sz="2200"/>
            </a:pPr>
            <a:r>
              <a:rPr lang="en-US" dirty="0"/>
              <a:t>Compare locations and payment methods</a:t>
            </a:r>
          </a:p>
          <a:p>
            <a:pPr>
              <a:defRPr sz="2200"/>
            </a:pPr>
            <a:r>
              <a:rPr lang="en-US" dirty="0"/>
              <a:t>Support business decisions</a:t>
            </a:r>
          </a:p>
        </p:txBody>
      </p:sp>
    </p:spTree>
    <p:extLst>
      <p:ext uri="{BB962C8B-B14F-4D97-AF65-F5344CB8AC3E}">
        <p14:creationId xmlns:p14="http://schemas.microsoft.com/office/powerpoint/2010/main" val="1079097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E933-94D8-50BD-86AD-8CECE0329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EDA using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9453F-2FC4-D565-DC28-4FBF345DA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IN" dirty="0"/>
              <a:t>1. Import dataset</a:t>
            </a:r>
          </a:p>
          <a:p>
            <a:pPr>
              <a:defRPr sz="2200"/>
            </a:pPr>
            <a:r>
              <a:rPr lang="en-IN" dirty="0"/>
              <a:t>2. Check shape &amp; info</a:t>
            </a:r>
          </a:p>
          <a:p>
            <a:pPr>
              <a:defRPr sz="2200"/>
            </a:pPr>
            <a:r>
              <a:rPr lang="en-IN" dirty="0"/>
              <a:t>3. Handle missing values</a:t>
            </a:r>
          </a:p>
          <a:p>
            <a:pPr>
              <a:defRPr sz="2200"/>
            </a:pPr>
            <a:r>
              <a:rPr lang="en-IN" dirty="0"/>
              <a:t>4. Remove duplicates</a:t>
            </a:r>
          </a:p>
          <a:p>
            <a:pPr>
              <a:defRPr sz="2200"/>
            </a:pPr>
            <a:r>
              <a:rPr lang="en-IN" dirty="0"/>
              <a:t>5. Handle negative values</a:t>
            </a:r>
          </a:p>
          <a:p>
            <a:pPr>
              <a:defRPr sz="2200"/>
            </a:pPr>
            <a:r>
              <a:rPr lang="en-IN" dirty="0"/>
              <a:t>6. Convert data types</a:t>
            </a:r>
          </a:p>
          <a:p>
            <a:pPr>
              <a:defRPr sz="2200"/>
            </a:pPr>
            <a:r>
              <a:rPr lang="en-IN" dirty="0"/>
              <a:t>7. Summary statistics</a:t>
            </a:r>
          </a:p>
          <a:p>
            <a:pPr>
              <a:defRPr sz="2200"/>
            </a:pPr>
            <a:r>
              <a:rPr lang="en-IN" dirty="0"/>
              <a:t>8. Correlation &amp; trend analysis</a:t>
            </a:r>
          </a:p>
        </p:txBody>
      </p:sp>
    </p:spTree>
    <p:extLst>
      <p:ext uri="{BB962C8B-B14F-4D97-AF65-F5344CB8AC3E}">
        <p14:creationId xmlns:p14="http://schemas.microsoft.com/office/powerpoint/2010/main" val="839258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B2C73-3BDC-058B-F8D0-5CF293395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7AC1A-D784-AC99-B4A4-1B14E8A5E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US" dirty="0"/>
              <a:t>Filled missing Item values</a:t>
            </a:r>
          </a:p>
          <a:p>
            <a:pPr>
              <a:defRPr sz="2200"/>
            </a:pPr>
            <a:r>
              <a:rPr lang="en-US" dirty="0"/>
              <a:t>Filled Discount values</a:t>
            </a:r>
          </a:p>
          <a:p>
            <a:pPr>
              <a:defRPr sz="2200"/>
            </a:pPr>
            <a:r>
              <a:rPr lang="en-US" dirty="0"/>
              <a:t>Removed invalid negative values</a:t>
            </a:r>
          </a:p>
          <a:p>
            <a:pPr>
              <a:defRPr sz="2200"/>
            </a:pPr>
            <a:r>
              <a:rPr lang="en-US" dirty="0"/>
              <a:t>Recalculated Total Spent</a:t>
            </a:r>
          </a:p>
          <a:p>
            <a:pPr>
              <a:defRPr sz="2200"/>
            </a:pPr>
            <a:r>
              <a:rPr lang="en-US" dirty="0"/>
              <a:t>Removed duplicates</a:t>
            </a:r>
          </a:p>
          <a:p>
            <a:pPr>
              <a:defRPr sz="2200"/>
            </a:pPr>
            <a:r>
              <a:rPr lang="en-US" dirty="0"/>
              <a:t>Corrected data types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8784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AE6A5-0D45-2226-EC92-36547A078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Power BI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0D25-D7F2-C2E5-4446-E2BECB1C4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256459"/>
          </a:xfrm>
        </p:spPr>
        <p:txBody>
          <a:bodyPr>
            <a:normAutofit fontScale="70000" lnSpcReduction="20000"/>
          </a:bodyPr>
          <a:lstStyle/>
          <a:p>
            <a:pPr>
              <a:defRPr sz="2200"/>
            </a:pPr>
            <a:r>
              <a:rPr lang="en-US" dirty="0"/>
              <a:t>KPIs:</a:t>
            </a:r>
          </a:p>
          <a:p>
            <a:pPr>
              <a:defRPr sz="2200"/>
            </a:pPr>
            <a:r>
              <a:rPr lang="en-US" dirty="0"/>
              <a:t>Total Sales</a:t>
            </a:r>
          </a:p>
          <a:p>
            <a:pPr>
              <a:defRPr sz="2200"/>
            </a:pPr>
            <a:r>
              <a:rPr lang="en-US" dirty="0"/>
              <a:t>Total Orders</a:t>
            </a:r>
          </a:p>
          <a:p>
            <a:pPr>
              <a:defRPr sz="2200"/>
            </a:pPr>
            <a:r>
              <a:rPr lang="en-US" dirty="0"/>
              <a:t>Total Quantity</a:t>
            </a:r>
          </a:p>
          <a:p>
            <a:pPr>
              <a:defRPr sz="2200"/>
            </a:pPr>
            <a:r>
              <a:rPr lang="en-US" dirty="0"/>
              <a:t>Average Order Value</a:t>
            </a:r>
          </a:p>
          <a:p>
            <a:pPr>
              <a:defRPr sz="2200"/>
            </a:pPr>
            <a:endParaRPr lang="en-US" dirty="0"/>
          </a:p>
          <a:p>
            <a:pPr>
              <a:defRPr sz="2200"/>
            </a:pPr>
            <a:r>
              <a:rPr lang="en-US" dirty="0"/>
              <a:t>Visuals:</a:t>
            </a:r>
          </a:p>
          <a:p>
            <a:pPr>
              <a:defRPr sz="2200"/>
            </a:pPr>
            <a:r>
              <a:rPr lang="en-US" dirty="0"/>
              <a:t>Sales by Category</a:t>
            </a:r>
          </a:p>
          <a:p>
            <a:pPr>
              <a:defRPr sz="2200"/>
            </a:pPr>
            <a:r>
              <a:rPr lang="en-US" dirty="0"/>
              <a:t>Monthly Trend</a:t>
            </a:r>
          </a:p>
          <a:p>
            <a:pPr>
              <a:defRPr sz="2200"/>
            </a:pPr>
            <a:r>
              <a:rPr lang="en-US" dirty="0"/>
              <a:t>Payment Method</a:t>
            </a:r>
          </a:p>
          <a:p>
            <a:pPr>
              <a:defRPr sz="2200"/>
            </a:pPr>
            <a:r>
              <a:rPr lang="en-US" dirty="0"/>
              <a:t>Slicers</a:t>
            </a:r>
          </a:p>
          <a:p>
            <a:pPr>
              <a:defRPr sz="2200"/>
            </a:pPr>
            <a:r>
              <a:rPr lang="en-IN" dirty="0"/>
              <a:t>Total Orders by Discount Applied</a:t>
            </a:r>
          </a:p>
          <a:p>
            <a:pPr>
              <a:defRPr sz="2200"/>
            </a:pPr>
            <a:r>
              <a:rPr lang="en-IN" dirty="0"/>
              <a:t>Total Quantity sold by Category</a:t>
            </a:r>
          </a:p>
          <a:p>
            <a:pPr>
              <a:defRPr sz="2200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0368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0A798-5B38-61F5-3958-F583CBAC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3EE6C-9BC5-C11E-7550-463B1CEE4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US" dirty="0"/>
              <a:t> Highest revenue category</a:t>
            </a:r>
          </a:p>
          <a:p>
            <a:pPr>
              <a:defRPr sz="2200"/>
            </a:pPr>
            <a:r>
              <a:rPr lang="en-US" dirty="0"/>
              <a:t> Best-selling products</a:t>
            </a:r>
          </a:p>
          <a:p>
            <a:pPr>
              <a:defRPr sz="2200"/>
            </a:pPr>
            <a:r>
              <a:rPr lang="en-US" dirty="0"/>
              <a:t> Preferred payment method</a:t>
            </a:r>
          </a:p>
          <a:p>
            <a:pPr>
              <a:defRPr sz="2200"/>
            </a:pPr>
            <a:r>
              <a:rPr lang="en-US" dirty="0"/>
              <a:t> Monthly sales trends</a:t>
            </a:r>
          </a:p>
          <a:p>
            <a:pPr>
              <a:defRPr sz="2200"/>
            </a:pPr>
            <a:r>
              <a:rPr lang="en-US" dirty="0"/>
              <a:t>Regional performance</a:t>
            </a:r>
          </a:p>
          <a:p>
            <a:pPr>
              <a:defRPr sz="2200"/>
            </a:pPr>
            <a:r>
              <a:rPr lang="en-US" dirty="0"/>
              <a:t>Discount impact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5864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F877C-3EDC-57AC-63EF-CF32E1731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B66B4-2E00-2D1A-BF0B-486551B0A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US" dirty="0"/>
              <a:t>Increase stock for high-selling items</a:t>
            </a:r>
          </a:p>
          <a:p>
            <a:pPr>
              <a:defRPr sz="2200"/>
            </a:pPr>
            <a:r>
              <a:rPr lang="en-US" dirty="0"/>
              <a:t>Promote low-performing categories</a:t>
            </a:r>
          </a:p>
          <a:p>
            <a:pPr>
              <a:defRPr sz="2200"/>
            </a:pPr>
            <a:r>
              <a:rPr lang="en-US" dirty="0"/>
              <a:t>Offer targeted discounts</a:t>
            </a:r>
          </a:p>
          <a:p>
            <a:pPr>
              <a:defRPr sz="2200"/>
            </a:pPr>
            <a:r>
              <a:rPr lang="en-US" dirty="0"/>
              <a:t>Improve regional marketing</a:t>
            </a:r>
          </a:p>
          <a:p>
            <a:pPr>
              <a:defRPr sz="2200"/>
            </a:pPr>
            <a:r>
              <a:rPr lang="en-US" dirty="0"/>
              <a:t>Monitor KPIs regularly</a:t>
            </a:r>
          </a:p>
        </p:txBody>
      </p:sp>
    </p:spTree>
    <p:extLst>
      <p:ext uri="{BB962C8B-B14F-4D97-AF65-F5344CB8AC3E}">
        <p14:creationId xmlns:p14="http://schemas.microsoft.com/office/powerpoint/2010/main" val="988885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ACD9A-5EC6-ADDD-722D-077E11532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08A14-C59C-65A4-915B-0D740A2E0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Successfully cleaned and analyzed the sales dataset using </a:t>
            </a:r>
            <a:r>
              <a:rPr lang="en-IN" b="1" dirty="0"/>
              <a:t>Pandas</a:t>
            </a:r>
            <a:r>
              <a:rPr lang="en-IN" dirty="0"/>
              <a:t>. Built an interactive </a:t>
            </a:r>
            <a:r>
              <a:rPr lang="en-IN" b="1" dirty="0"/>
              <a:t>Power BI dashboard</a:t>
            </a:r>
            <a:r>
              <a:rPr lang="en-IN" dirty="0"/>
              <a:t> to visualize key sales metrics and trends. Identified valuable business insights, including top-performing categories, customer purchasing behaviour, and sales patterns. The dashboard enables data-driven decision-making and helps businesses monitor performance effectively.</a:t>
            </a:r>
          </a:p>
        </p:txBody>
      </p:sp>
    </p:spTree>
    <p:extLst>
      <p:ext uri="{BB962C8B-B14F-4D97-AF65-F5344CB8AC3E}">
        <p14:creationId xmlns:p14="http://schemas.microsoft.com/office/powerpoint/2010/main" val="9759595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13</TotalTime>
  <Words>277</Words>
  <Application>Microsoft Office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Calisto MT</vt:lpstr>
      <vt:lpstr>Wingdings 2</vt:lpstr>
      <vt:lpstr>Slate</vt:lpstr>
      <vt:lpstr>Sales Data Analysis Project</vt:lpstr>
      <vt:lpstr>Project Overview</vt:lpstr>
      <vt:lpstr>Dataset</vt:lpstr>
      <vt:lpstr>Objectives</vt:lpstr>
      <vt:lpstr>EDA using Pandas</vt:lpstr>
      <vt:lpstr>Data Cleaning</vt:lpstr>
      <vt:lpstr>Power BI Dashboard</vt:lpstr>
      <vt:lpstr>Business Insights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abdulmulla3203@gmail.com</dc:creator>
  <cp:lastModifiedBy>abdulmulla3203@gmail.com</cp:lastModifiedBy>
  <cp:revision>2</cp:revision>
  <dcterms:created xsi:type="dcterms:W3CDTF">2026-07-02T06:43:50Z</dcterms:created>
  <dcterms:modified xsi:type="dcterms:W3CDTF">2026-07-06T13:38:59Z</dcterms:modified>
</cp:coreProperties>
</file>